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14"/>
  </p:notesMasterIdLst>
  <p:sldIdLst>
    <p:sldId id="256" r:id="rId2"/>
    <p:sldId id="258" r:id="rId3"/>
    <p:sldId id="280" r:id="rId4"/>
    <p:sldId id="265" r:id="rId5"/>
    <p:sldId id="270" r:id="rId6"/>
    <p:sldId id="272" r:id="rId7"/>
    <p:sldId id="267" r:id="rId8"/>
    <p:sldId id="274" r:id="rId9"/>
    <p:sldId id="281" r:id="rId10"/>
    <p:sldId id="282" r:id="rId11"/>
    <p:sldId id="283" r:id="rId12"/>
    <p:sldId id="264" r:id="rId13"/>
  </p:sldIdLst>
  <p:sldSz cx="12192000" cy="6858000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1BD62-0980-4D4F-AC13-8F0E9786E88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42A3E-77AE-4673-B1B6-4DD194034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3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A42A3E-77AE-4673-B1B6-4DD19403447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938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26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78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384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52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C7DF-1A0F-4CAC-8445-C88DCF9CF90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92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356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337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563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673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405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 smtClean="0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263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idx="4294967295"/>
          </p:nvPr>
        </p:nvSpPr>
        <p:spPr>
          <a:xfrm>
            <a:off x="0" y="1784350"/>
            <a:ext cx="12192000" cy="531971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 SREEJA KODALI – 2410030076</a:t>
            </a: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US" sz="1400" spc="-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BIJJU ADITHI YADAV – 2410030228</a:t>
            </a: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LIKITHA THUMMA</a:t>
            </a:r>
            <a:r>
              <a:rPr lang="en-IN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2410030229</a:t>
            </a: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ESHA MANOGNA</a:t>
            </a:r>
            <a:r>
              <a:rPr lang="en-IN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 – 2410030232</a:t>
            </a: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MALREDDY MANOGNA</a:t>
            </a:r>
            <a:r>
              <a:rPr lang="en-IN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2410030430</a:t>
            </a: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endParaRPr lang="en-IN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endParaRPr lang="en-IN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0" algn="ctr">
              <a:lnSpc>
                <a:spcPct val="120000"/>
              </a:lnSpc>
              <a:spcBef>
                <a:spcPts val="600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Department </a:t>
            </a:r>
            <a:endParaRPr lang="en-IN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 Hyderabad Off Campus, Aziz Nagar ,Hyderabad</a:t>
            </a:r>
            <a:endParaRPr lang="en-IN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696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6891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3200" b="1" dirty="0"/>
              <a:t>REVIEW-3 on</a:t>
            </a:r>
            <a:br>
              <a:rPr sz="3200" b="1" dirty="0"/>
            </a:br>
            <a:r>
              <a:rPr lang="en-IN" sz="3200" b="1" dirty="0"/>
              <a:t>Biometric Data Privacy Vault</a:t>
            </a:r>
            <a:endParaRPr lang="en-IN" sz="32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78E6EB-BE8E-20E4-EE7D-D44B15B07728}"/>
              </a:ext>
            </a:extLst>
          </p:cNvPr>
          <p:cNvSpPr txBox="1"/>
          <p:nvPr/>
        </p:nvSpPr>
        <p:spPr>
          <a:xfrm>
            <a:off x="5636871" y="315410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5ED6C-928B-4930-0BCE-C97A9223CE3B}"/>
              </a:ext>
            </a:extLst>
          </p:cNvPr>
          <p:cNvSpPr txBox="1"/>
          <p:nvPr/>
        </p:nvSpPr>
        <p:spPr>
          <a:xfrm>
            <a:off x="4479403" y="3794419"/>
            <a:ext cx="35881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Pavan Kumar Pagadala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9B8CD-75F5-9775-39CF-12CFAC5F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681" y="26043"/>
            <a:ext cx="1924319" cy="609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32556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450389-FC32-ED7E-02A7-C68DB477475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868101" y="1832176"/>
            <a:ext cx="10729913" cy="422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 Biometric Privacy Vault is designed for secure file protection.</a:t>
            </a:r>
          </a:p>
          <a:p>
            <a:r>
              <a:rPr lang="en-US" sz="2400" dirty="0"/>
              <a:t>Combines face authentication with AES-256 file encryption.</a:t>
            </a:r>
          </a:p>
          <a:p>
            <a:r>
              <a:rPr lang="en-US" sz="2400" dirty="0"/>
              <a:t>Only registered users can unlock and manage encrypted files.</a:t>
            </a:r>
          </a:p>
          <a:p>
            <a:r>
              <a:rPr lang="en-US" sz="2400" dirty="0"/>
              <a:t>Uses image similarity to verify faces before granting access.</a:t>
            </a:r>
          </a:p>
          <a:p>
            <a:r>
              <a:rPr lang="en-US" sz="2400" dirty="0"/>
              <a:t>Provides dual-layer protection:</a:t>
            </a:r>
          </a:p>
          <a:p>
            <a:pPr lvl="1"/>
            <a:r>
              <a:rPr lang="en-US" dirty="0"/>
              <a:t>Biometric authentication → ensures authorized access.</a:t>
            </a:r>
          </a:p>
          <a:p>
            <a:pPr lvl="1"/>
            <a:r>
              <a:rPr lang="en-US" dirty="0"/>
              <a:t>Strong AES encryption → keeps files unreadable if stolen.</a:t>
            </a:r>
          </a:p>
          <a:p>
            <a:r>
              <a:rPr lang="en-US" sz="2400" dirty="0"/>
              <a:t>Useful for protecting sensitive files in academic, personal, and professional use.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6393-BE88-41F3-5363-77CE771B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>
            <a:extLst>
              <a:ext uri="{FF2B5EF4-FFF2-40B4-BE49-F238E27FC236}">
                <a16:creationId xmlns:a16="http://schemas.microsoft.com/office/drawing/2014/main" id="{26837BDD-04F8-FC34-307F-58C8182545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28263"/>
            <a:ext cx="12192000" cy="132556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A7C2CD-B421-123E-0B9C-9A3AC09F26E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844952" y="2812539"/>
            <a:ext cx="107299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era, sensitive data is highly vulnerable to cyberattacks, unauthorized access, and breaches, making traditional password-based protection insufficient. Without a secure mechanism, critical files can be exposed even if stored locally. There is a growing need for a robust system that not only restricts access to legitimate users through biometric verification but also ensures that stored files remain unreadable and secure through strong encryption techniques.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22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 idx="4294967295"/>
          </p:nvPr>
        </p:nvSpPr>
        <p:spPr>
          <a:xfrm>
            <a:off x="0" y="414407"/>
            <a:ext cx="12192000" cy="132556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C307BE-3C9B-163F-2618-CE655B63213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030146" y="1994623"/>
            <a:ext cx="10331450" cy="378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Biometric Privacy Vault using face authentication and AES-256 encryption.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only authorized users can access sensitive files.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dual-layer security mechanism: biometric verification + strong encryption.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users to securely encrypt and decrypt files after successful authentication.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safeguard data privacy and integrity against unauthorized access.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is easy to use in academic, personal, and professional contexts.</a:t>
            </a:r>
          </a:p>
        </p:txBody>
      </p:sp>
    </p:spTree>
    <p:extLst>
      <p:ext uri="{BB962C8B-B14F-4D97-AF65-F5344CB8AC3E}">
        <p14:creationId xmlns:p14="http://schemas.microsoft.com/office/powerpoint/2010/main" val="23892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BE0E6-8BC0-C3F9-86F8-0A30441371F3}"/>
              </a:ext>
            </a:extLst>
          </p:cNvPr>
          <p:cNvSpPr txBox="1"/>
          <p:nvPr/>
        </p:nvSpPr>
        <p:spPr>
          <a:xfrm>
            <a:off x="659757" y="1625513"/>
            <a:ext cx="119450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and store user face images in greyscale for biometric enrollment.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face images using feature extraction techniques.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Authentication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input face image during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login.Compare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stored images using similarity/matching algorithms.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matched, grant access to the vault.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Encryption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secure AES-256 key.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user-selected files using AES in Galois/Counter Mode (GCM).Store encrypted files in the vault.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Decryption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successful authentication, allow users to decrypt files.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data integrity using AES-GCM authentication tags.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Vault Access Control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authenticated users can perform encryption/decryption operations.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files are accessed directly, they remain unreadable without authentication.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BF672-1B13-6D57-1231-82A5ECAC0581}"/>
              </a:ext>
            </a:extLst>
          </p:cNvPr>
          <p:cNvSpPr txBox="1"/>
          <p:nvPr/>
        </p:nvSpPr>
        <p:spPr>
          <a:xfrm>
            <a:off x="2129741" y="315162"/>
            <a:ext cx="83800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383618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958CE-3EB0-5713-1B53-E16EF6874B93}"/>
              </a:ext>
            </a:extLst>
          </p:cNvPr>
          <p:cNvSpPr txBox="1"/>
          <p:nvPr/>
        </p:nvSpPr>
        <p:spPr>
          <a:xfrm>
            <a:off x="2738223" y="52130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A729B-7A43-6DC7-410E-E1543DA27F30}"/>
              </a:ext>
            </a:extLst>
          </p:cNvPr>
          <p:cNvSpPr txBox="1"/>
          <p:nvPr/>
        </p:nvSpPr>
        <p:spPr>
          <a:xfrm>
            <a:off x="844018" y="2181712"/>
            <a:ext cx="105039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APIs – For capturing and processing face images.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Cryptography - provides APIs for secure encryption, decryption, hashing, and key management.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(GCM Mode) – Ensures secure file encryption with confidentiality &amp; integrity.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SecureRandom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– Generates secure keys and initialization vectors.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Java (JDK) – Main programming platform for system development.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I/O (java.io /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java.nio.file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For handling file encryption, decryption, and storage.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6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 idx="4294967295"/>
          </p:nvPr>
        </p:nvSpPr>
        <p:spPr>
          <a:xfrm>
            <a:off x="3854369" y="190500"/>
            <a:ext cx="3784600" cy="9779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b="1" spc="-1" dirty="0">
                <a:solidFill>
                  <a:srgbClr val="000000"/>
                </a:solidFill>
                <a:latin typeface="Times New Roman"/>
              </a:rPr>
              <a:t>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EFEF4-AECE-C33E-D6EA-B1EF1B238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50" y="1284789"/>
            <a:ext cx="7361499" cy="528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2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EF53EC-86ED-B41F-8AEA-2DAE6EBE9BDA}"/>
              </a:ext>
            </a:extLst>
          </p:cNvPr>
          <p:cNvSpPr txBox="1"/>
          <p:nvPr/>
        </p:nvSpPr>
        <p:spPr>
          <a:xfrm>
            <a:off x="1742467" y="1339552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AD45D-9ABD-DAFA-6805-2A5267BE3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7" y="2795499"/>
            <a:ext cx="8707065" cy="188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09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409D-A1B0-A78F-FEDC-A62DA371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8B8806-7818-BB60-5524-DC05AA61A0A9}"/>
              </a:ext>
            </a:extLst>
          </p:cNvPr>
          <p:cNvSpPr txBox="1"/>
          <p:nvPr/>
        </p:nvSpPr>
        <p:spPr>
          <a:xfrm>
            <a:off x="1742467" y="1339552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88526-3F71-A62A-AA69-6F7CFF51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2743104"/>
            <a:ext cx="8859486" cy="200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9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91FD-5630-1320-AD48-9FC835C7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B81F21-7398-CBB2-373E-D5C210C098D5}"/>
              </a:ext>
            </a:extLst>
          </p:cNvPr>
          <p:cNvSpPr txBox="1"/>
          <p:nvPr/>
        </p:nvSpPr>
        <p:spPr>
          <a:xfrm>
            <a:off x="1742467" y="1339552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0AF699-F7DE-0EFE-8DCB-75A839541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2785972"/>
            <a:ext cx="8897592" cy="19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94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92C4-C593-205E-A4D1-4D60D002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D75A43-1141-198C-FFE2-56523FB14C49}"/>
              </a:ext>
            </a:extLst>
          </p:cNvPr>
          <p:cNvSpPr txBox="1"/>
          <p:nvPr/>
        </p:nvSpPr>
        <p:spPr>
          <a:xfrm>
            <a:off x="1742467" y="1339552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A5A3A-1785-E731-F07E-7F5A9CD53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2805025"/>
            <a:ext cx="8849960" cy="17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6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idx="4294967295"/>
          </p:nvPr>
        </p:nvSpPr>
        <p:spPr>
          <a:xfrm>
            <a:off x="0" y="817563"/>
            <a:ext cx="10514013" cy="535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1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1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0" b="1" strike="noStrike" spc="-1" dirty="0">
                <a:solidFill>
                  <a:srgbClr val="000000"/>
                </a:solidFill>
                <a:latin typeface="Times New Roman"/>
              </a:rPr>
              <a:t>THANK YOU</a:t>
            </a:r>
            <a:endParaRPr lang="en-IN" sz="6000" b="1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363</TotalTime>
  <Words>522</Words>
  <Application>Microsoft Office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 MT</vt:lpstr>
      <vt:lpstr>Times New Roman</vt:lpstr>
      <vt:lpstr>Parcel</vt:lpstr>
      <vt:lpstr>REVIEW-3 on Biometric Data Privacy Vault</vt:lpstr>
      <vt:lpstr>Introduction</vt:lpstr>
      <vt:lpstr>Problem Statement</vt:lpstr>
      <vt:lpstr>Objectives of the Project</vt:lpstr>
      <vt:lpstr>PowerPoint Presentation</vt:lpstr>
      <vt:lpstr>PowerPoint Presentation</vt:lpstr>
      <vt:lpstr>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creator>Chiranjeevi Lect</dc:creator>
  <cp:lastModifiedBy>Naga Sreeja Kodali</cp:lastModifiedBy>
  <cp:revision>24</cp:revision>
  <dcterms:created xsi:type="dcterms:W3CDTF">2023-08-05T05:18:30Z</dcterms:created>
  <dcterms:modified xsi:type="dcterms:W3CDTF">2025-09-24T06:04:59Z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