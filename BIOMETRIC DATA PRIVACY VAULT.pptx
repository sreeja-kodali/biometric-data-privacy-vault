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FFB6C-F0D6-A2A7-9E4A-171961C679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D5CEFC5-A131-9682-4344-2456E2C490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F62855-8D8E-93EB-9939-0DB70D035568}"/>
              </a:ext>
            </a:extLst>
          </p:cNvPr>
          <p:cNvSpPr>
            <a:spLocks noGrp="1"/>
          </p:cNvSpPr>
          <p:nvPr>
            <p:ph type="dt" sz="half" idx="10"/>
          </p:nvPr>
        </p:nvSpPr>
        <p:spPr/>
        <p:txBody>
          <a:bodyPr/>
          <a:lstStyle/>
          <a:p>
            <a:fld id="{2382C8D4-9575-4317-BDED-5E8EB37BCEFC}" type="datetimeFigureOut">
              <a:rPr lang="en-IN" smtClean="0"/>
              <a:t>18-08-2025</a:t>
            </a:fld>
            <a:endParaRPr lang="en-IN"/>
          </a:p>
        </p:txBody>
      </p:sp>
      <p:sp>
        <p:nvSpPr>
          <p:cNvPr id="5" name="Footer Placeholder 4">
            <a:extLst>
              <a:ext uri="{FF2B5EF4-FFF2-40B4-BE49-F238E27FC236}">
                <a16:creationId xmlns:a16="http://schemas.microsoft.com/office/drawing/2014/main" id="{F4486F36-2A26-7EF2-7BBC-B36D15D26E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73E99D-C983-8D1D-BDED-69B9A9A7DC28}"/>
              </a:ext>
            </a:extLst>
          </p:cNvPr>
          <p:cNvSpPr>
            <a:spLocks noGrp="1"/>
          </p:cNvSpPr>
          <p:nvPr>
            <p:ph type="sldNum" sz="quarter" idx="12"/>
          </p:nvPr>
        </p:nvSpPr>
        <p:spPr/>
        <p:txBody>
          <a:bodyPr/>
          <a:lstStyle/>
          <a:p>
            <a:fld id="{E49FA110-9F94-4E82-8485-DF2AAD73E7BA}" type="slidenum">
              <a:rPr lang="en-IN" smtClean="0"/>
              <a:t>‹#›</a:t>
            </a:fld>
            <a:endParaRPr lang="en-IN"/>
          </a:p>
        </p:txBody>
      </p:sp>
    </p:spTree>
    <p:extLst>
      <p:ext uri="{BB962C8B-B14F-4D97-AF65-F5344CB8AC3E}">
        <p14:creationId xmlns:p14="http://schemas.microsoft.com/office/powerpoint/2010/main" val="1851173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EE528-657D-B289-C9A5-5E2C45FD692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047C7A-110F-356C-7295-3E76CA0E8E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B0F3C2-0381-66F0-7499-9DE39ED508C0}"/>
              </a:ext>
            </a:extLst>
          </p:cNvPr>
          <p:cNvSpPr>
            <a:spLocks noGrp="1"/>
          </p:cNvSpPr>
          <p:nvPr>
            <p:ph type="dt" sz="half" idx="10"/>
          </p:nvPr>
        </p:nvSpPr>
        <p:spPr/>
        <p:txBody>
          <a:bodyPr/>
          <a:lstStyle/>
          <a:p>
            <a:fld id="{2382C8D4-9575-4317-BDED-5E8EB37BCEFC}" type="datetimeFigureOut">
              <a:rPr lang="en-IN" smtClean="0"/>
              <a:t>18-08-2025</a:t>
            </a:fld>
            <a:endParaRPr lang="en-IN"/>
          </a:p>
        </p:txBody>
      </p:sp>
      <p:sp>
        <p:nvSpPr>
          <p:cNvPr id="5" name="Footer Placeholder 4">
            <a:extLst>
              <a:ext uri="{FF2B5EF4-FFF2-40B4-BE49-F238E27FC236}">
                <a16:creationId xmlns:a16="http://schemas.microsoft.com/office/drawing/2014/main" id="{D75E9EDB-1918-7376-BED1-3A7E869A95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F8466B-A07A-2267-1DBF-2814D1DBD422}"/>
              </a:ext>
            </a:extLst>
          </p:cNvPr>
          <p:cNvSpPr>
            <a:spLocks noGrp="1"/>
          </p:cNvSpPr>
          <p:nvPr>
            <p:ph type="sldNum" sz="quarter" idx="12"/>
          </p:nvPr>
        </p:nvSpPr>
        <p:spPr/>
        <p:txBody>
          <a:bodyPr/>
          <a:lstStyle/>
          <a:p>
            <a:fld id="{E49FA110-9F94-4E82-8485-DF2AAD73E7BA}" type="slidenum">
              <a:rPr lang="en-IN" smtClean="0"/>
              <a:t>‹#›</a:t>
            </a:fld>
            <a:endParaRPr lang="en-IN"/>
          </a:p>
        </p:txBody>
      </p:sp>
    </p:spTree>
    <p:extLst>
      <p:ext uri="{BB962C8B-B14F-4D97-AF65-F5344CB8AC3E}">
        <p14:creationId xmlns:p14="http://schemas.microsoft.com/office/powerpoint/2010/main" val="3149215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02604-8D28-E800-82C4-95EB04834D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4F64037-CD40-0D24-67BF-B121F7D62C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C87D0F-CFEE-EFA5-8E34-F974A58D50A7}"/>
              </a:ext>
            </a:extLst>
          </p:cNvPr>
          <p:cNvSpPr>
            <a:spLocks noGrp="1"/>
          </p:cNvSpPr>
          <p:nvPr>
            <p:ph type="dt" sz="half" idx="10"/>
          </p:nvPr>
        </p:nvSpPr>
        <p:spPr/>
        <p:txBody>
          <a:bodyPr/>
          <a:lstStyle/>
          <a:p>
            <a:fld id="{2382C8D4-9575-4317-BDED-5E8EB37BCEFC}" type="datetimeFigureOut">
              <a:rPr lang="en-IN" smtClean="0"/>
              <a:t>18-08-2025</a:t>
            </a:fld>
            <a:endParaRPr lang="en-IN"/>
          </a:p>
        </p:txBody>
      </p:sp>
      <p:sp>
        <p:nvSpPr>
          <p:cNvPr id="5" name="Footer Placeholder 4">
            <a:extLst>
              <a:ext uri="{FF2B5EF4-FFF2-40B4-BE49-F238E27FC236}">
                <a16:creationId xmlns:a16="http://schemas.microsoft.com/office/drawing/2014/main" id="{49A56583-DC40-F586-8951-8337E020CA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EACD5A-E124-1CA7-F873-9FFA95E4AE1A}"/>
              </a:ext>
            </a:extLst>
          </p:cNvPr>
          <p:cNvSpPr>
            <a:spLocks noGrp="1"/>
          </p:cNvSpPr>
          <p:nvPr>
            <p:ph type="sldNum" sz="quarter" idx="12"/>
          </p:nvPr>
        </p:nvSpPr>
        <p:spPr/>
        <p:txBody>
          <a:bodyPr/>
          <a:lstStyle/>
          <a:p>
            <a:fld id="{E49FA110-9F94-4E82-8485-DF2AAD73E7BA}" type="slidenum">
              <a:rPr lang="en-IN" smtClean="0"/>
              <a:t>‹#›</a:t>
            </a:fld>
            <a:endParaRPr lang="en-IN"/>
          </a:p>
        </p:txBody>
      </p:sp>
    </p:spTree>
    <p:extLst>
      <p:ext uri="{BB962C8B-B14F-4D97-AF65-F5344CB8AC3E}">
        <p14:creationId xmlns:p14="http://schemas.microsoft.com/office/powerpoint/2010/main" val="1103674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9BD22-AC04-38EB-6857-B1866A2206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A05E1B-3A58-0308-E9B6-ABEC9C2442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10859D0-0442-36E7-AAB9-A3D9655F70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72745C-51AC-F9D1-D823-35E4A955F56F}"/>
              </a:ext>
            </a:extLst>
          </p:cNvPr>
          <p:cNvSpPr>
            <a:spLocks noGrp="1"/>
          </p:cNvSpPr>
          <p:nvPr>
            <p:ph type="dt" sz="half" idx="10"/>
          </p:nvPr>
        </p:nvSpPr>
        <p:spPr/>
        <p:txBody>
          <a:bodyPr/>
          <a:lstStyle/>
          <a:p>
            <a:fld id="{2382C8D4-9575-4317-BDED-5E8EB37BCEFC}" type="datetimeFigureOut">
              <a:rPr lang="en-IN" smtClean="0"/>
              <a:t>18-08-2025</a:t>
            </a:fld>
            <a:endParaRPr lang="en-IN"/>
          </a:p>
        </p:txBody>
      </p:sp>
      <p:sp>
        <p:nvSpPr>
          <p:cNvPr id="6" name="Footer Placeholder 5">
            <a:extLst>
              <a:ext uri="{FF2B5EF4-FFF2-40B4-BE49-F238E27FC236}">
                <a16:creationId xmlns:a16="http://schemas.microsoft.com/office/drawing/2014/main" id="{0BCF17FC-0C11-DA81-2354-EC6964DBB7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9F691B-3556-746E-00FB-22DBD638CE66}"/>
              </a:ext>
            </a:extLst>
          </p:cNvPr>
          <p:cNvSpPr>
            <a:spLocks noGrp="1"/>
          </p:cNvSpPr>
          <p:nvPr>
            <p:ph type="sldNum" sz="quarter" idx="12"/>
          </p:nvPr>
        </p:nvSpPr>
        <p:spPr/>
        <p:txBody>
          <a:bodyPr/>
          <a:lstStyle/>
          <a:p>
            <a:fld id="{E49FA110-9F94-4E82-8485-DF2AAD73E7BA}" type="slidenum">
              <a:rPr lang="en-IN" smtClean="0"/>
              <a:t>‹#›</a:t>
            </a:fld>
            <a:endParaRPr lang="en-IN"/>
          </a:p>
        </p:txBody>
      </p:sp>
    </p:spTree>
    <p:extLst>
      <p:ext uri="{BB962C8B-B14F-4D97-AF65-F5344CB8AC3E}">
        <p14:creationId xmlns:p14="http://schemas.microsoft.com/office/powerpoint/2010/main" val="2356793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75795-2EFD-93F8-A5F0-387E385E576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D71622-5C8B-5226-216B-3F099C7B74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7942C8-73D8-6D8C-42A1-689D821EC2C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ABAC05-71E2-C509-5628-B9E935DAFC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0D3F32-5C35-0842-7D87-0BF3AE9D63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84EE569-D2A0-875A-4D74-3FCC5349415C}"/>
              </a:ext>
            </a:extLst>
          </p:cNvPr>
          <p:cNvSpPr>
            <a:spLocks noGrp="1"/>
          </p:cNvSpPr>
          <p:nvPr>
            <p:ph type="dt" sz="half" idx="10"/>
          </p:nvPr>
        </p:nvSpPr>
        <p:spPr/>
        <p:txBody>
          <a:bodyPr/>
          <a:lstStyle/>
          <a:p>
            <a:fld id="{2382C8D4-9575-4317-BDED-5E8EB37BCEFC}" type="datetimeFigureOut">
              <a:rPr lang="en-IN" smtClean="0"/>
              <a:t>18-08-2025</a:t>
            </a:fld>
            <a:endParaRPr lang="en-IN"/>
          </a:p>
        </p:txBody>
      </p:sp>
      <p:sp>
        <p:nvSpPr>
          <p:cNvPr id="8" name="Footer Placeholder 7">
            <a:extLst>
              <a:ext uri="{FF2B5EF4-FFF2-40B4-BE49-F238E27FC236}">
                <a16:creationId xmlns:a16="http://schemas.microsoft.com/office/drawing/2014/main" id="{6DB78202-2E96-8D0E-E2CA-D1636D27C3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7B890F5-302E-E25B-C5E1-E55CA025664E}"/>
              </a:ext>
            </a:extLst>
          </p:cNvPr>
          <p:cNvSpPr>
            <a:spLocks noGrp="1"/>
          </p:cNvSpPr>
          <p:nvPr>
            <p:ph type="sldNum" sz="quarter" idx="12"/>
          </p:nvPr>
        </p:nvSpPr>
        <p:spPr/>
        <p:txBody>
          <a:bodyPr/>
          <a:lstStyle/>
          <a:p>
            <a:fld id="{E49FA110-9F94-4E82-8485-DF2AAD73E7BA}" type="slidenum">
              <a:rPr lang="en-IN" smtClean="0"/>
              <a:t>‹#›</a:t>
            </a:fld>
            <a:endParaRPr lang="en-IN"/>
          </a:p>
        </p:txBody>
      </p:sp>
    </p:spTree>
    <p:extLst>
      <p:ext uri="{BB962C8B-B14F-4D97-AF65-F5344CB8AC3E}">
        <p14:creationId xmlns:p14="http://schemas.microsoft.com/office/powerpoint/2010/main" val="163446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45DC3-05B4-0A47-2BC7-2722D4B3F4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13D658C-7C52-546D-AE0E-4C762B3C6477}"/>
              </a:ext>
            </a:extLst>
          </p:cNvPr>
          <p:cNvSpPr>
            <a:spLocks noGrp="1"/>
          </p:cNvSpPr>
          <p:nvPr>
            <p:ph type="dt" sz="half" idx="10"/>
          </p:nvPr>
        </p:nvSpPr>
        <p:spPr/>
        <p:txBody>
          <a:bodyPr/>
          <a:lstStyle/>
          <a:p>
            <a:fld id="{2382C8D4-9575-4317-BDED-5E8EB37BCEFC}" type="datetimeFigureOut">
              <a:rPr lang="en-IN" smtClean="0"/>
              <a:t>18-08-2025</a:t>
            </a:fld>
            <a:endParaRPr lang="en-IN"/>
          </a:p>
        </p:txBody>
      </p:sp>
      <p:sp>
        <p:nvSpPr>
          <p:cNvPr id="4" name="Footer Placeholder 3">
            <a:extLst>
              <a:ext uri="{FF2B5EF4-FFF2-40B4-BE49-F238E27FC236}">
                <a16:creationId xmlns:a16="http://schemas.microsoft.com/office/drawing/2014/main" id="{5BF7A1E8-C08B-4A66-AE7C-D546657EB0D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1BD0970-EAD6-53F7-5A5F-D9C9F72C1B30}"/>
              </a:ext>
            </a:extLst>
          </p:cNvPr>
          <p:cNvSpPr>
            <a:spLocks noGrp="1"/>
          </p:cNvSpPr>
          <p:nvPr>
            <p:ph type="sldNum" sz="quarter" idx="12"/>
          </p:nvPr>
        </p:nvSpPr>
        <p:spPr/>
        <p:txBody>
          <a:bodyPr/>
          <a:lstStyle/>
          <a:p>
            <a:fld id="{E49FA110-9F94-4E82-8485-DF2AAD73E7BA}" type="slidenum">
              <a:rPr lang="en-IN" smtClean="0"/>
              <a:t>‹#›</a:t>
            </a:fld>
            <a:endParaRPr lang="en-IN"/>
          </a:p>
        </p:txBody>
      </p:sp>
    </p:spTree>
    <p:extLst>
      <p:ext uri="{BB962C8B-B14F-4D97-AF65-F5344CB8AC3E}">
        <p14:creationId xmlns:p14="http://schemas.microsoft.com/office/powerpoint/2010/main" val="281575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8349AA-106F-7CBB-3AAA-DF39FDC40652}"/>
              </a:ext>
            </a:extLst>
          </p:cNvPr>
          <p:cNvSpPr>
            <a:spLocks noGrp="1"/>
          </p:cNvSpPr>
          <p:nvPr>
            <p:ph type="dt" sz="half" idx="10"/>
          </p:nvPr>
        </p:nvSpPr>
        <p:spPr/>
        <p:txBody>
          <a:bodyPr/>
          <a:lstStyle/>
          <a:p>
            <a:fld id="{2382C8D4-9575-4317-BDED-5E8EB37BCEFC}" type="datetimeFigureOut">
              <a:rPr lang="en-IN" smtClean="0"/>
              <a:t>18-08-2025</a:t>
            </a:fld>
            <a:endParaRPr lang="en-IN"/>
          </a:p>
        </p:txBody>
      </p:sp>
      <p:sp>
        <p:nvSpPr>
          <p:cNvPr id="3" name="Footer Placeholder 2">
            <a:extLst>
              <a:ext uri="{FF2B5EF4-FFF2-40B4-BE49-F238E27FC236}">
                <a16:creationId xmlns:a16="http://schemas.microsoft.com/office/drawing/2014/main" id="{531A4E6F-1CDD-CD7B-62D5-E8A3CA8ED82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0B2D04F-A81C-19D4-A82B-9EB2B100076B}"/>
              </a:ext>
            </a:extLst>
          </p:cNvPr>
          <p:cNvSpPr>
            <a:spLocks noGrp="1"/>
          </p:cNvSpPr>
          <p:nvPr>
            <p:ph type="sldNum" sz="quarter" idx="12"/>
          </p:nvPr>
        </p:nvSpPr>
        <p:spPr/>
        <p:txBody>
          <a:bodyPr/>
          <a:lstStyle/>
          <a:p>
            <a:fld id="{E49FA110-9F94-4E82-8485-DF2AAD73E7BA}" type="slidenum">
              <a:rPr lang="en-IN" smtClean="0"/>
              <a:t>‹#›</a:t>
            </a:fld>
            <a:endParaRPr lang="en-IN"/>
          </a:p>
        </p:txBody>
      </p:sp>
    </p:spTree>
    <p:extLst>
      <p:ext uri="{BB962C8B-B14F-4D97-AF65-F5344CB8AC3E}">
        <p14:creationId xmlns:p14="http://schemas.microsoft.com/office/powerpoint/2010/main" val="3806323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03655-A2F4-8E66-5973-86D00475FB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6620696-2505-AF66-8238-49D42DB967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7BACFCD-920E-C02E-AF1F-1274693EA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3C1A8A-4C91-7F8B-2CA6-081476973CEE}"/>
              </a:ext>
            </a:extLst>
          </p:cNvPr>
          <p:cNvSpPr>
            <a:spLocks noGrp="1"/>
          </p:cNvSpPr>
          <p:nvPr>
            <p:ph type="dt" sz="half" idx="10"/>
          </p:nvPr>
        </p:nvSpPr>
        <p:spPr/>
        <p:txBody>
          <a:bodyPr/>
          <a:lstStyle/>
          <a:p>
            <a:fld id="{2382C8D4-9575-4317-BDED-5E8EB37BCEFC}" type="datetimeFigureOut">
              <a:rPr lang="en-IN" smtClean="0"/>
              <a:t>18-08-2025</a:t>
            </a:fld>
            <a:endParaRPr lang="en-IN"/>
          </a:p>
        </p:txBody>
      </p:sp>
      <p:sp>
        <p:nvSpPr>
          <p:cNvPr id="6" name="Footer Placeholder 5">
            <a:extLst>
              <a:ext uri="{FF2B5EF4-FFF2-40B4-BE49-F238E27FC236}">
                <a16:creationId xmlns:a16="http://schemas.microsoft.com/office/drawing/2014/main" id="{1FEDB453-4E99-9526-E3E4-6A82FA2051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9F884AA-5756-6DF4-FAFE-722FD54066A3}"/>
              </a:ext>
            </a:extLst>
          </p:cNvPr>
          <p:cNvSpPr>
            <a:spLocks noGrp="1"/>
          </p:cNvSpPr>
          <p:nvPr>
            <p:ph type="sldNum" sz="quarter" idx="12"/>
          </p:nvPr>
        </p:nvSpPr>
        <p:spPr/>
        <p:txBody>
          <a:bodyPr/>
          <a:lstStyle/>
          <a:p>
            <a:fld id="{E49FA110-9F94-4E82-8485-DF2AAD73E7BA}" type="slidenum">
              <a:rPr lang="en-IN" smtClean="0"/>
              <a:t>‹#›</a:t>
            </a:fld>
            <a:endParaRPr lang="en-IN"/>
          </a:p>
        </p:txBody>
      </p:sp>
    </p:spTree>
    <p:extLst>
      <p:ext uri="{BB962C8B-B14F-4D97-AF65-F5344CB8AC3E}">
        <p14:creationId xmlns:p14="http://schemas.microsoft.com/office/powerpoint/2010/main" val="861134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2CEBD-BFFB-BD1D-86C6-E7D631873E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1D60B41-E071-F75E-520D-2E16EB86B5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6FF9060-A264-1BB2-D360-266D4B8FFD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4594C-776F-802E-D644-AFCE79C82628}"/>
              </a:ext>
            </a:extLst>
          </p:cNvPr>
          <p:cNvSpPr>
            <a:spLocks noGrp="1"/>
          </p:cNvSpPr>
          <p:nvPr>
            <p:ph type="dt" sz="half" idx="10"/>
          </p:nvPr>
        </p:nvSpPr>
        <p:spPr/>
        <p:txBody>
          <a:bodyPr/>
          <a:lstStyle/>
          <a:p>
            <a:fld id="{2382C8D4-9575-4317-BDED-5E8EB37BCEFC}" type="datetimeFigureOut">
              <a:rPr lang="en-IN" smtClean="0"/>
              <a:t>18-08-2025</a:t>
            </a:fld>
            <a:endParaRPr lang="en-IN"/>
          </a:p>
        </p:txBody>
      </p:sp>
      <p:sp>
        <p:nvSpPr>
          <p:cNvPr id="6" name="Footer Placeholder 5">
            <a:extLst>
              <a:ext uri="{FF2B5EF4-FFF2-40B4-BE49-F238E27FC236}">
                <a16:creationId xmlns:a16="http://schemas.microsoft.com/office/drawing/2014/main" id="{B4314411-E332-45FA-47B0-970B7217914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C0B193F-A09D-349A-96DA-27B9A0F78605}"/>
              </a:ext>
            </a:extLst>
          </p:cNvPr>
          <p:cNvSpPr>
            <a:spLocks noGrp="1"/>
          </p:cNvSpPr>
          <p:nvPr>
            <p:ph type="sldNum" sz="quarter" idx="12"/>
          </p:nvPr>
        </p:nvSpPr>
        <p:spPr/>
        <p:txBody>
          <a:bodyPr/>
          <a:lstStyle/>
          <a:p>
            <a:fld id="{E49FA110-9F94-4E82-8485-DF2AAD73E7BA}" type="slidenum">
              <a:rPr lang="en-IN" smtClean="0"/>
              <a:t>‹#›</a:t>
            </a:fld>
            <a:endParaRPr lang="en-IN"/>
          </a:p>
        </p:txBody>
      </p:sp>
    </p:spTree>
    <p:extLst>
      <p:ext uri="{BB962C8B-B14F-4D97-AF65-F5344CB8AC3E}">
        <p14:creationId xmlns:p14="http://schemas.microsoft.com/office/powerpoint/2010/main" val="4251433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0ADF4-7BB2-3F91-5BBE-FDF1547706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408FAF3-C287-8A48-0951-D608B1F4A5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D155AE-4E52-C4E6-04CA-912D4989373F}"/>
              </a:ext>
            </a:extLst>
          </p:cNvPr>
          <p:cNvSpPr>
            <a:spLocks noGrp="1"/>
          </p:cNvSpPr>
          <p:nvPr>
            <p:ph type="dt" sz="half" idx="10"/>
          </p:nvPr>
        </p:nvSpPr>
        <p:spPr/>
        <p:txBody>
          <a:bodyPr/>
          <a:lstStyle/>
          <a:p>
            <a:fld id="{2382C8D4-9575-4317-BDED-5E8EB37BCEFC}" type="datetimeFigureOut">
              <a:rPr lang="en-IN" smtClean="0"/>
              <a:t>18-08-2025</a:t>
            </a:fld>
            <a:endParaRPr lang="en-IN"/>
          </a:p>
        </p:txBody>
      </p:sp>
      <p:sp>
        <p:nvSpPr>
          <p:cNvPr id="5" name="Footer Placeholder 4">
            <a:extLst>
              <a:ext uri="{FF2B5EF4-FFF2-40B4-BE49-F238E27FC236}">
                <a16:creationId xmlns:a16="http://schemas.microsoft.com/office/drawing/2014/main" id="{F372BD7C-C287-E26E-4ADD-90A10D4DDE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65C577-04DE-8E3D-1F53-4CB50432E513}"/>
              </a:ext>
            </a:extLst>
          </p:cNvPr>
          <p:cNvSpPr>
            <a:spLocks noGrp="1"/>
          </p:cNvSpPr>
          <p:nvPr>
            <p:ph type="sldNum" sz="quarter" idx="12"/>
          </p:nvPr>
        </p:nvSpPr>
        <p:spPr/>
        <p:txBody>
          <a:bodyPr/>
          <a:lstStyle/>
          <a:p>
            <a:fld id="{E49FA110-9F94-4E82-8485-DF2AAD73E7BA}" type="slidenum">
              <a:rPr lang="en-IN" smtClean="0"/>
              <a:t>‹#›</a:t>
            </a:fld>
            <a:endParaRPr lang="en-IN"/>
          </a:p>
        </p:txBody>
      </p:sp>
    </p:spTree>
    <p:extLst>
      <p:ext uri="{BB962C8B-B14F-4D97-AF65-F5344CB8AC3E}">
        <p14:creationId xmlns:p14="http://schemas.microsoft.com/office/powerpoint/2010/main" val="3198282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E4599F-C232-A638-0F1E-93742CD655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3FD008-733B-FF28-C82F-E52E6CE2E3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7513EB-D1D0-FCDC-1B84-08055E3334C5}"/>
              </a:ext>
            </a:extLst>
          </p:cNvPr>
          <p:cNvSpPr>
            <a:spLocks noGrp="1"/>
          </p:cNvSpPr>
          <p:nvPr>
            <p:ph type="dt" sz="half" idx="10"/>
          </p:nvPr>
        </p:nvSpPr>
        <p:spPr/>
        <p:txBody>
          <a:bodyPr/>
          <a:lstStyle/>
          <a:p>
            <a:fld id="{2382C8D4-9575-4317-BDED-5E8EB37BCEFC}" type="datetimeFigureOut">
              <a:rPr lang="en-IN" smtClean="0"/>
              <a:t>18-08-2025</a:t>
            </a:fld>
            <a:endParaRPr lang="en-IN"/>
          </a:p>
        </p:txBody>
      </p:sp>
      <p:sp>
        <p:nvSpPr>
          <p:cNvPr id="5" name="Footer Placeholder 4">
            <a:extLst>
              <a:ext uri="{FF2B5EF4-FFF2-40B4-BE49-F238E27FC236}">
                <a16:creationId xmlns:a16="http://schemas.microsoft.com/office/drawing/2014/main" id="{BE77137F-E0EB-31F0-FB4C-47CB6F9BE7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C1515D-BF5C-46F7-69B7-F006225E8881}"/>
              </a:ext>
            </a:extLst>
          </p:cNvPr>
          <p:cNvSpPr>
            <a:spLocks noGrp="1"/>
          </p:cNvSpPr>
          <p:nvPr>
            <p:ph type="sldNum" sz="quarter" idx="12"/>
          </p:nvPr>
        </p:nvSpPr>
        <p:spPr/>
        <p:txBody>
          <a:bodyPr/>
          <a:lstStyle/>
          <a:p>
            <a:fld id="{E49FA110-9F94-4E82-8485-DF2AAD73E7BA}" type="slidenum">
              <a:rPr lang="en-IN" smtClean="0"/>
              <a:t>‹#›</a:t>
            </a:fld>
            <a:endParaRPr lang="en-IN"/>
          </a:p>
        </p:txBody>
      </p:sp>
    </p:spTree>
    <p:extLst>
      <p:ext uri="{BB962C8B-B14F-4D97-AF65-F5344CB8AC3E}">
        <p14:creationId xmlns:p14="http://schemas.microsoft.com/office/powerpoint/2010/main" val="1038240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3B80AC-4AD8-33A6-D045-E0CF518ACE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A315BA-E60C-98F3-5B47-67546764EB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61B821-A644-9A1F-727F-27BF23A2FA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82C8D4-9575-4317-BDED-5E8EB37BCEFC}" type="datetimeFigureOut">
              <a:rPr lang="en-IN" smtClean="0"/>
              <a:t>18-08-2025</a:t>
            </a:fld>
            <a:endParaRPr lang="en-IN"/>
          </a:p>
        </p:txBody>
      </p:sp>
      <p:sp>
        <p:nvSpPr>
          <p:cNvPr id="5" name="Footer Placeholder 4">
            <a:extLst>
              <a:ext uri="{FF2B5EF4-FFF2-40B4-BE49-F238E27FC236}">
                <a16:creationId xmlns:a16="http://schemas.microsoft.com/office/drawing/2014/main" id="{8667862B-51BD-D0A1-5108-16D5D5D211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0F6FDC-C5D4-4F65-2F1F-4D9C4EB13B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9FA110-9F94-4E82-8485-DF2AAD73E7BA}" type="slidenum">
              <a:rPr lang="en-IN" smtClean="0"/>
              <a:t>‹#›</a:t>
            </a:fld>
            <a:endParaRPr lang="en-IN"/>
          </a:p>
        </p:txBody>
      </p:sp>
    </p:spTree>
    <p:extLst>
      <p:ext uri="{BB962C8B-B14F-4D97-AF65-F5344CB8AC3E}">
        <p14:creationId xmlns:p14="http://schemas.microsoft.com/office/powerpoint/2010/main" val="36285192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9FF2FA0-BA3D-807E-7F9C-169A99D1525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09369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C3F3D-AE88-DD1F-DD77-230BDC257CD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F7C5C61-3FD1-BB87-06AE-44F9812055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77770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491AC-2E55-A441-80E0-DABD979C10D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494F0AD-C250-80D9-9844-53AB6878F4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76001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BC4CD-C12E-0FCC-06D9-4244085A1C0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C973BC-D0F9-8334-1672-D386BBCF5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48680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186E5-E6E8-1543-9B13-37FA6CAE4A3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FF34F0A-213D-03FC-EF1B-853E2C6D67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2147653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4318C-3FA8-86E2-3343-B96301F6792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08A296D-A606-C95D-6489-5550DB24C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8384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61EF6-9181-9B32-FB5A-24294D662B8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8389C3B-EC66-0956-89B3-E465B1BF86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33980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CCD42-5D1B-4D71-DABF-91A9724276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8B1FD57-829C-A4AB-84D4-08FD613B31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C7E0D913-92BA-83FA-6A32-EDACFAEACD85}"/>
              </a:ext>
            </a:extLst>
          </p:cNvPr>
          <p:cNvSpPr txBox="1"/>
          <p:nvPr/>
        </p:nvSpPr>
        <p:spPr>
          <a:xfrm>
            <a:off x="1769805" y="783476"/>
            <a:ext cx="8475407" cy="707886"/>
          </a:xfrm>
          <a:prstGeom prst="rect">
            <a:avLst/>
          </a:prstGeom>
          <a:noFill/>
        </p:spPr>
        <p:txBody>
          <a:bodyPr wrap="square" rtlCol="0">
            <a:spAutoFit/>
          </a:bodyPr>
          <a:lstStyle/>
          <a:p>
            <a:r>
              <a:rPr lang="en-IN" sz="4000" b="1" dirty="0">
                <a:latin typeface="Arial Black" panose="020B0A04020102020204" pitchFamily="34" charset="0"/>
              </a:rPr>
              <a:t>Conclusion</a:t>
            </a:r>
          </a:p>
        </p:txBody>
      </p:sp>
      <p:sp>
        <p:nvSpPr>
          <p:cNvPr id="7" name="TextBox 6">
            <a:extLst>
              <a:ext uri="{FF2B5EF4-FFF2-40B4-BE49-F238E27FC236}">
                <a16:creationId xmlns:a16="http://schemas.microsoft.com/office/drawing/2014/main" id="{7E26D85D-5EDA-5586-6216-FB13C78D1381}"/>
              </a:ext>
            </a:extLst>
          </p:cNvPr>
          <p:cNvSpPr txBox="1"/>
          <p:nvPr/>
        </p:nvSpPr>
        <p:spPr>
          <a:xfrm>
            <a:off x="1769805" y="2274838"/>
            <a:ext cx="8652389" cy="2308324"/>
          </a:xfrm>
          <a:prstGeom prst="rect">
            <a:avLst/>
          </a:prstGeom>
          <a:noFill/>
        </p:spPr>
        <p:txBody>
          <a:bodyPr wrap="square" rtlCol="0">
            <a:spAutoFit/>
          </a:bodyPr>
          <a:lstStyle/>
          <a:p>
            <a:r>
              <a:rPr lang="en-US" dirty="0"/>
              <a:t>Biometric data is extremely sensitive and irreversible, making its protection a critical challenge. Existing approaches offer partial solutions but fail to fully ensure privacy, security, and user trust. The proposed Biometric Data Privacy Vault addresses this by combining strong encryption, template protection, secure storage, liveness detection, and consent management to provide a comprehensive framework. This vault not only safeguards biometric information but also ensures compliance with data protection regulations, making it a reliable and future-ready solution for secure digital identity management.</a:t>
            </a:r>
            <a:endParaRPr lang="en-IN" dirty="0"/>
          </a:p>
        </p:txBody>
      </p:sp>
    </p:spTree>
    <p:extLst>
      <p:ext uri="{BB962C8B-B14F-4D97-AF65-F5344CB8AC3E}">
        <p14:creationId xmlns:p14="http://schemas.microsoft.com/office/powerpoint/2010/main" val="4047006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2C273-5067-2236-837B-A756F999580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C4486FB-1E39-1C51-FCAB-063C4BE69A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DAD7939B-2C18-BA84-88A7-4BA573CA5167}"/>
              </a:ext>
            </a:extLst>
          </p:cNvPr>
          <p:cNvSpPr txBox="1"/>
          <p:nvPr/>
        </p:nvSpPr>
        <p:spPr>
          <a:xfrm>
            <a:off x="6400800" y="4354446"/>
            <a:ext cx="4788310" cy="1477328"/>
          </a:xfrm>
          <a:prstGeom prst="rect">
            <a:avLst/>
          </a:prstGeom>
          <a:noFill/>
        </p:spPr>
        <p:txBody>
          <a:bodyPr wrap="square">
            <a:spAutoFit/>
          </a:bodyPr>
          <a:lstStyle/>
          <a:p>
            <a:r>
              <a:rPr lang="en-IN" b="1" dirty="0">
                <a:solidFill>
                  <a:schemeClr val="accent1">
                    <a:lumMod val="50000"/>
                  </a:schemeClr>
                </a:solidFill>
              </a:rPr>
              <a:t>2410030076-KODALI NAGA SREEJA </a:t>
            </a:r>
            <a:br>
              <a:rPr lang="en-IN" b="1" dirty="0">
                <a:solidFill>
                  <a:schemeClr val="accent1">
                    <a:lumMod val="50000"/>
                  </a:schemeClr>
                </a:solidFill>
              </a:rPr>
            </a:br>
            <a:r>
              <a:rPr lang="en-IN" b="1" dirty="0">
                <a:solidFill>
                  <a:schemeClr val="accent1">
                    <a:lumMod val="50000"/>
                  </a:schemeClr>
                </a:solidFill>
              </a:rPr>
              <a:t>2410030228–BIJJU ADITHI YADAV </a:t>
            </a:r>
            <a:br>
              <a:rPr lang="en-IN" b="1" dirty="0">
                <a:solidFill>
                  <a:schemeClr val="accent1">
                    <a:lumMod val="50000"/>
                  </a:schemeClr>
                </a:solidFill>
              </a:rPr>
            </a:br>
            <a:r>
              <a:rPr lang="en-IN" b="1" dirty="0">
                <a:solidFill>
                  <a:schemeClr val="accent1">
                    <a:lumMod val="50000"/>
                  </a:schemeClr>
                </a:solidFill>
              </a:rPr>
              <a:t>2410030229-LIKITHA THUMMA</a:t>
            </a:r>
            <a:br>
              <a:rPr lang="en-IN" b="1" dirty="0">
                <a:solidFill>
                  <a:schemeClr val="accent1">
                    <a:lumMod val="50000"/>
                  </a:schemeClr>
                </a:solidFill>
              </a:rPr>
            </a:br>
            <a:r>
              <a:rPr lang="en-IN" b="1" dirty="0">
                <a:solidFill>
                  <a:schemeClr val="accent1">
                    <a:lumMod val="50000"/>
                  </a:schemeClr>
                </a:solidFill>
              </a:rPr>
              <a:t>2410030232-H.ESHA MANOGNA</a:t>
            </a:r>
            <a:br>
              <a:rPr lang="en-IN" b="1" dirty="0">
                <a:solidFill>
                  <a:schemeClr val="accent1">
                    <a:lumMod val="50000"/>
                  </a:schemeClr>
                </a:solidFill>
              </a:rPr>
            </a:br>
            <a:r>
              <a:rPr lang="en-IN" b="1" dirty="0">
                <a:solidFill>
                  <a:schemeClr val="accent1">
                    <a:lumMod val="50000"/>
                  </a:schemeClr>
                </a:solidFill>
              </a:rPr>
              <a:t>2410030430-MALREDDY MANOGNA</a:t>
            </a:r>
          </a:p>
        </p:txBody>
      </p:sp>
    </p:spTree>
    <p:extLst>
      <p:ext uri="{BB962C8B-B14F-4D97-AF65-F5344CB8AC3E}">
        <p14:creationId xmlns:p14="http://schemas.microsoft.com/office/powerpoint/2010/main" val="2541949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114</Words>
  <Application>Microsoft Office PowerPoint</Application>
  <PresentationFormat>Widescreen</PresentationFormat>
  <Paragraphs>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Manogna Reddy</dc:creator>
  <cp:lastModifiedBy>Manogna Reddy</cp:lastModifiedBy>
  <cp:revision>1</cp:revision>
  <dcterms:created xsi:type="dcterms:W3CDTF">2025-08-18T06:36:54Z</dcterms:created>
  <dcterms:modified xsi:type="dcterms:W3CDTF">2025-08-18T06:48:51Z</dcterms:modified>
</cp:coreProperties>
</file>